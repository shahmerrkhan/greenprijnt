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E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DE9"/>
                </a:solidFill>
                <a:latin typeface="Arial"/>
              </a:rPr>
              <a:t>Impact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CO₂ Impact 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D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ED-4289-9848-EFE803571732}"/>
              </c:ext>
            </c:extLst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ED-4289-9848-EFE803571732}"/>
              </c:ext>
            </c:extLst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ED-4289-9848-EFE803571732}"/>
              </c:ext>
            </c:extLst>
          </c:dPt>
          <c:dPt>
            <c:idx val="3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ED-4289-9848-EFE80357173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ED-4289-9848-EFE80357173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ED-4289-9848-EFE80357173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ED-4289-9848-EFE80357173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ED-4289-9848-EFE80357173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Food shift</c:v>
                </c:pt>
                <c:pt idx="1">
                  <c:v>Transport change</c:v>
                </c:pt>
                <c:pt idx="2">
                  <c:v>Home energy</c:v>
                </c:pt>
                <c:pt idx="3">
                  <c:v>Reduced waste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ED-4289-9848-EFE8035717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DE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0E0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270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2E1C"/>
          </a:solidFill>
          <a:ln w="12700">
            <a:solidFill>
              <a:srgbClr val="1A2E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213424"/>
          </a:solidFill>
          <a:ln w="12700">
            <a:solidFill>
              <a:srgbClr val="213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685800" cy="6858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2354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04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impact. Act locally.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4572000" cy="27432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FutureForge — Climate Action Challenge  ·  2025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Shahmeer  ·  Grade 11  ·  St. Benedict CSS, Cambridge 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3200400"/>
            <a:ext cx="2103120" cy="15087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200400"/>
            <a:ext cx="45720" cy="15087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3566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week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7208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backend. Pure browser.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Awareness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isn't action.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people feel guilty about their carbon footprint. They just have no idea what to do about it — locally, affordably, right now.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59436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594360"/>
            <a:ext cx="45720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704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Tools stop at the 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calculators show you a score and leave you there.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20240"/>
            <a:ext cx="45720" cy="1143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29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🤷  No local path to 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which food bank, depot, or program is near them.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4023360" cy="114300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246120"/>
            <a:ext cx="45720" cy="1143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😩  Guilt without progress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loop. No badges, no check-ins, no sense of momentum.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840480" cy="1188720"/>
          </a:xfrm>
          <a:prstGeom prst="rect">
            <a:avLst/>
          </a:prstGeom>
          <a:solidFill>
            <a:srgbClr val="1A1006"/>
          </a:solidFill>
          <a:ln w="6350">
            <a:solidFill>
              <a:srgbClr val="3D2E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66160"/>
            <a:ext cx="45720" cy="1188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393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greenhouse gas emissions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food waste alone.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UNEP Food Waste Index 2021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between knowing your footprint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actually doing something about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606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2064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footprint calculator with real emission factors across food, transport, and home energy. Or Quick Mode — 30 seconds.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9544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3374136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26060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374136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map powered by OpenStreetMap. Shows food banks, recycling depots, community fridges, and green initiatives near you.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71616" y="2103120"/>
            <a:ext cx="2651760" cy="260604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71616" y="2103120"/>
            <a:ext cx="265176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5"/>
          <p:cNvSpPr/>
          <p:nvPr/>
        </p:nvSpPr>
        <p:spPr>
          <a:xfrm>
            <a:off x="6236208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6060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236208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plan, What If simulator, 7-day check-in, badge system, and a neighbourhood counter showing collective impact.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232" y="3246120"/>
            <a:ext cx="118872" cy="118872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3246120"/>
            <a:ext cx="118872" cy="118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steps. Under 3 minutes.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35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" y="1783080"/>
            <a:ext cx="18288" cy="749808"/>
          </a:xfrm>
          <a:prstGeom prst="rect">
            <a:avLst/>
          </a:prstGeom>
          <a:solidFill>
            <a:srgbClr val="3D524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075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questions about your lifestyle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16184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diet type, transport mode, home heating, and flight habits. Or choose a lifestyle archetype and skip the form entirely.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135331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13533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or 30 sec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6946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76656" y="3017520"/>
            <a:ext cx="18288" cy="749808"/>
          </a:xfrm>
          <a:prstGeom prst="rect">
            <a:avLst/>
          </a:prstGeom>
          <a:solidFill>
            <a:srgbClr val="3D524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4203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3736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scored footprint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737360" y="28529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total in tCO₂e/year split across food, transport, and home energy. Compared against the Canadian average (9.2t) and the 2030 global target (2.5t).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49440" y="258775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40" y="258775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emission factors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131810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3803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776472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locally with an AI plan + live map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737360" y="4087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writes a personalized action plan. An interactive Leaflet map shows food banks, recycling depots, and green programs in your neighbourhood.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49440" y="3822192"/>
            <a:ext cx="178308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949440" y="38221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OpenStreetMap data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KEY FEATURES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features that set GreenPrint apart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697480"/>
            <a:ext cx="2468880" cy="45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80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Mode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lifestyle archetype and get your full scored footprint in 30 seconds. No form required.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26664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2697480"/>
            <a:ext cx="2468880" cy="4572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2801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91256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Map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91256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Overpass API. Real food banks, recycling depots, community fridges near you.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705856" y="109728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05856" y="2697480"/>
            <a:ext cx="2468880" cy="4572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2801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70448" y="1719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Action Plan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70448" y="2057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generates a specific plan based on your actual diet type, transport, and heating.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682496" y="301752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682496" y="4617720"/>
            <a:ext cx="2468880" cy="45720"/>
          </a:xfrm>
          <a:prstGeom prst="rect">
            <a:avLst/>
          </a:prstGeom>
          <a:solidFill>
            <a:srgbClr val="86EFA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7088" y="32004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47088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Simulator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47088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diet, transport, flights, or heating and watch your projected CO₂ update live.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61688" y="3017520"/>
            <a:ext cx="2468880" cy="16459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61688" y="4617720"/>
            <a:ext cx="2468880" cy="457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3200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3639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7-Day Check-In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one action. Return in a week. Log it. See your actual CO₂ saved calculated.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Badge system  ·  Shareable results card  ·  Neighbourhood impact counter  ·  Full data source citations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backend. No server.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client-side.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browser. No database, no cloud costs, no account required. Every number is verifiable — nothing is made 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502920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02920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773168" y="576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/ CSS / JavaScript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73168" y="868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stack. Zero frameworks.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53312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53312"/>
            <a:ext cx="54864" cy="71323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426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Leaflet.js + OpenStreetMap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7316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interactive maps.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203704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03704"/>
            <a:ext cx="54864" cy="713232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Overpass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3168" y="2569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OSM resource queries.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54096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54096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2.0 Flash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73168" y="3419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plan generation.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904488"/>
            <a:ext cx="4114800" cy="713232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904488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Nominatim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73168" y="4270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 for location detection.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3657600" cy="1737360"/>
          </a:xfrm>
          <a:prstGeom prst="rect">
            <a:avLst/>
          </a:prstGeom>
          <a:solidFill>
            <a:srgbClr val="0D1F1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80360"/>
            <a:ext cx="54864" cy="173736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9232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32688" y="2980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device, any browser</a:t>
            </a:r>
            <a:endParaRPr lang="en-US" sz="11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02152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32688" y="3483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account, no cost</a:t>
            </a:r>
            <a:endParaRPr lang="en-US" sz="11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05072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3268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data — fully auditable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DATA &amp; CREDIBILITY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is real.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factor is cited.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17373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7472" y="1737360"/>
            <a:ext cx="411480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Emissions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035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Poore &amp; Nemecek (2018) — Science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analysis of 38,700 farms across 119 countries. The gold standard for food emission factors.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82312" y="17373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2312" y="1737360"/>
            <a:ext cx="4114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4965192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GHG 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5192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ECCC National Inventory Report (Canada)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65192" y="2487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Climate Change Canada's official greenhouse gas inventory, updated annually.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33375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3337560"/>
            <a:ext cx="41148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Factors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0352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UK DESNZ / DEFRA (2023)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" y="4087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Government's Department for Energy Security and Net Zero — per-passenger aviation emission factors.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82312" y="3337560"/>
            <a:ext cx="4114800" cy="141732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82312" y="3337560"/>
            <a:ext cx="4114800" cy="5486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2" name="Text 19"/>
          <p:cNvSpPr/>
          <p:nvPr/>
        </p:nvSpPr>
        <p:spPr>
          <a:xfrm>
            <a:off x="4965192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Averages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65192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World in Data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65192" y="4087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Per-capita CO₂ figures used for Canadian and global average comparisons on the results page.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7472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GreenPrint's data sources accordion is built into the app — any judge can verify every emission factor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IMPACT POTENTIAL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actions.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 across a city.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47672"/>
            <a:ext cx="91440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4767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67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2,000t CO₂ saved/yr  ·  At 2t reduction per person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210312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77063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 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20,000t CO₂ saved/yr  ·  Equivalent to ~4,300 cars off the road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93592"/>
            <a:ext cx="3291840" cy="201168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593592"/>
            <a:ext cx="54864" cy="20116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13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200,000t CO₂ saved/yr  ·  Equivalent to planting 3.3M trees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303520" y="1188720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343400"/>
            <a:ext cx="43891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34340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4416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neighbourhood counter shows users their collective impact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22C55E"/>
                </a:solidFill>
              </a:rPr>
              <a:t>THE BUILDER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concept.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working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3154680"/>
          </a:xfrm>
          <a:prstGeom prst="rect">
            <a:avLst/>
          </a:prstGeom>
          <a:solidFill>
            <a:srgbClr val="1A2218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31546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105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Shahmeer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  ·  16 years 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Benedict CSS, Cambridge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developer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3218688"/>
            <a:ext cx="3383280" cy="18288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JavaScript  ·  HTML/CSS  · 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thinking from scratch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9280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4924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Club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49240" y="2130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initiative at school. Teaches students to build with AI.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770632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7180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Maqsad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49240" y="3209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opportunity platform connecting youth with scholarships and programs.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3849624"/>
            <a:ext cx="4023360" cy="91440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5079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Canadian Computing Competition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49240" y="4288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participant. Competing in algorithmic problem-solving.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690372"/>
            <a:ext cx="4023360" cy="594360"/>
          </a:xfrm>
          <a:prstGeom prst="rect">
            <a:avLst/>
          </a:prstGeom>
          <a:solidFill>
            <a:srgbClr val="0D251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90770" y="76682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app in 1 week. Zero backend. Zero frameworks. Pure HTML, CSS, and JavaScript.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112214"/>
          </a:solidFill>
          <a:ln w="12700">
            <a:solidFill>
              <a:srgbClr val="1122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F1E11"/>
          </a:solidFill>
          <a:ln w="12700">
            <a:solidFill>
              <a:srgbClr val="0F1E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43300" y="73152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84124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impact. Act locally.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3D524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prompt was: make sustainable living easier, more accessible, or more rewarding.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GreenPrint does all three.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— Quick Mode. 30-second result. Map loads instantly.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00984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00984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3"/>
          <p:cNvSpPr/>
          <p:nvPr/>
        </p:nvSpPr>
        <p:spPr>
          <a:xfrm>
            <a:off x="3438144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— Any device. No account. No cost. No download.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4480560"/>
            <a:ext cx="2560320" cy="594360"/>
          </a:xfrm>
          <a:prstGeom prst="rect">
            <a:avLst/>
          </a:prstGeom>
          <a:solidFill>
            <a:srgbClr val="131810"/>
          </a:solidFill>
          <a:ln w="6350">
            <a:solidFill>
              <a:srgbClr val="2230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99048" y="4480560"/>
            <a:ext cx="2560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08" y="4544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— Badges, streaks, community counter, AI plan.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966</Words>
  <Application>Microsoft Office PowerPoint</Application>
  <PresentationFormat>On-screen Show (16:9)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GreenPrint — FutureForge Pitch Deck</dc:title>
  <dc:subject>PptxGenJS Presentation</dc:subject>
  <dc:creator>Shahmeer</dc:creator>
  <cp:lastModifiedBy>admin</cp:lastModifiedBy>
  <cp:revision>3</cp:revision>
  <dcterms:created xsi:type="dcterms:W3CDTF">2026-04-19T02:16:55Z</dcterms:created>
  <dcterms:modified xsi:type="dcterms:W3CDTF">2026-04-19T03:47:28Z</dcterms:modified>
</cp:coreProperties>
</file>